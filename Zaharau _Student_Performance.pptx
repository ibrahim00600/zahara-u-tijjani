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t>Student Performance Dashboard Analysis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Data Analysis Using Excel</a:t>
            </a:r>
          </a:p>
          <a:p>
            <a:pPr>
              <a:defRPr sz="1800"/>
            </a:pPr>
            <a:r>
              <a:t>Zahara'u Tijjani Abdurrazak</a:t>
            </a:r>
          </a:p>
          <a:p>
            <a:pPr>
              <a:defRPr sz="1800"/>
            </a:pPr>
            <a:r>
              <a:t>Digital Entrepreneurship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Introduction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Analyzing student performance using Excel tools.</a:t>
            </a:r>
          </a:p>
          <a:p>
            <a:pPr>
              <a:defRPr sz="1800"/>
            </a:pPr>
            <a:r>
              <a:t>Transforms raw data into insights using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Objectives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Analyze performance</a:t>
            </a:r>
          </a:p>
          <a:p>
            <a:pPr>
              <a:defRPr sz="1800"/>
            </a:pPr>
            <a:r>
              <a:t>Evaluate test preparation impact</a:t>
            </a:r>
          </a:p>
          <a:p>
            <a:pPr>
              <a:defRPr sz="1800"/>
            </a:pPr>
            <a:r>
              <a:t>Assess parental education influence</a:t>
            </a:r>
          </a:p>
          <a:p>
            <a:pPr>
              <a:defRPr sz="1800"/>
            </a:pPr>
            <a:r>
              <a:t>Compare gender performance</a:t>
            </a:r>
          </a:p>
          <a:p>
            <a:pPr>
              <a:defRPr sz="1800"/>
            </a:pPr>
            <a:r>
              <a:t>Visualize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Dataset Description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Gender, Parental Education, Lunch Type</a:t>
            </a:r>
          </a:p>
          <a:p>
            <a:pPr>
              <a:defRPr sz="1800"/>
            </a:pPr>
            <a:r>
              <a:t>Test Preparation, Math, Reading, Writing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 Preparation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Cleaned dataset</a:t>
            </a:r>
          </a:p>
          <a:p>
            <a:pPr>
              <a:defRPr sz="1800"/>
            </a:pPr>
            <a:r>
              <a:t>Handled missing values</a:t>
            </a:r>
          </a:p>
          <a:p>
            <a:pPr>
              <a:defRPr sz="1800"/>
            </a:pPr>
            <a:r>
              <a:t>Structured into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Pivot Table Analysis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Compared scores by gender</a:t>
            </a:r>
          </a:p>
          <a:p>
            <a:pPr>
              <a:defRPr sz="1800"/>
            </a:pPr>
            <a:r>
              <a:t>Analyzed test prep impact</a:t>
            </a:r>
          </a:p>
          <a:p>
            <a:pPr>
              <a:defRPr sz="1800"/>
            </a:pPr>
            <a:r>
              <a:t>Evaluated parental education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Dashboard Development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Created charts</a:t>
            </a:r>
          </a:p>
          <a:p>
            <a:pPr>
              <a:defRPr sz="1800"/>
            </a:pPr>
            <a:r>
              <a:t>Added slicers</a:t>
            </a:r>
          </a:p>
          <a:p>
            <a:pPr>
              <a:defRPr sz="1800"/>
            </a:pPr>
            <a:r>
              <a:t>Designed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457200" y="-118140"/>
            <a:ext cx="8229600" cy="1627426"/>
          </a:xfrm>
        </p:spPr>
        <p:txBody>
          <a:bodyPr/>
          <a:p>
            <a:r>
              <a:t>Dashboard Screenshot</a:t>
            </a:r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584800">
            <a:off x="-546373" y="1005698"/>
            <a:ext cx="10050741" cy="6113847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Key Findings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Test prep improves performance</a:t>
            </a:r>
          </a:p>
          <a:p>
            <a:pPr>
              <a:defRPr sz="1800"/>
            </a:pPr>
            <a:r>
              <a:t>Females excel in reading/writing</a:t>
            </a:r>
          </a:p>
          <a:p>
            <a:pPr>
              <a:defRPr sz="1800"/>
            </a:pPr>
            <a:r>
              <a:t>Parental education matters</a:t>
            </a:r>
          </a:p>
          <a:p>
            <a:pPr>
              <a:defRPr sz="1800"/>
            </a:pPr>
            <a:r>
              <a:t>Reading scores highest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1800"/>
            </a:pPr>
            <a:r>
              <a:t>Performance influenced by multiple factors</a:t>
            </a:r>
          </a:p>
          <a:p>
            <a:pPr>
              <a:defRPr sz="1800"/>
            </a:pPr>
            <a:r>
              <a:t>Data visualization enhances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Infinix X6725</dc:creator>
  <cp:lastModifiedBy>Steve Canny</cp:lastModifiedBy>
  <dcterms:created xsi:type="dcterms:W3CDTF">2013-01-27T07:14:16Z</dcterms:created>
  <dcterms:modified xsi:type="dcterms:W3CDTF">2026-04-18T14:51:54Z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2c38ce0271584374a767eed9cdb882c6</vt:lpwstr>
  </property>
</Properties>
</file>